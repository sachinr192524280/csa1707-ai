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00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Resume &amp; Certificate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Authenticity Verification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pipeline that reads, understands, cross-checks, and authenticates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and professional certificates using OCR, document AI, and tamper forensics.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" y="506577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30752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Certificate Verification Dataset  •  60 Certificates  •  4-Module Pipeline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DB8D82-5FDD-9DB7-D279-C045308A7D2F}"/>
              </a:ext>
            </a:extLst>
          </p:cNvPr>
          <p:cNvSpPr txBox="1"/>
          <p:nvPr/>
        </p:nvSpPr>
        <p:spPr>
          <a:xfrm>
            <a:off x="5842679" y="5166360"/>
            <a:ext cx="76819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RITHISH KUMAR D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192565089</a:t>
            </a:r>
            <a:r>
              <a:rPr lang="en-US" sz="1600" dirty="0">
                <a:solidFill>
                  <a:srgbClr val="C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MOHAMMAD RIYAZ 192524375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.R 192524280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KUMAR 192511126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7B1E1766-5FEA-E916-CF88-1A8D53B75D9A}"/>
              </a:ext>
            </a:extLst>
          </p:cNvPr>
          <p:cNvSpPr/>
          <p:nvPr/>
        </p:nvSpPr>
        <p:spPr>
          <a:xfrm>
            <a:off x="2011680" y="5137234"/>
            <a:ext cx="3549535" cy="951808"/>
          </a:xfrm>
          <a:prstGeom prst="roundRect">
            <a:avLst>
              <a:gd name="adj" fmla="val 4106"/>
            </a:avLst>
          </a:prstGeom>
          <a:solidFill>
            <a:srgbClr val="002060"/>
          </a:solidFill>
          <a:ln w="12700">
            <a:solidFill>
              <a:srgbClr val="8FC93A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GUIDED BY:-</a:t>
            </a:r>
          </a:p>
          <a:p>
            <a:r>
              <a:rPr lang="en-US" dirty="0">
                <a:solidFill>
                  <a:schemeClr val="bg2"/>
                </a:solidFill>
              </a:rPr>
              <a:t>Dr. KRISHNAKUMAR.K</a:t>
            </a:r>
          </a:p>
          <a:p>
            <a:r>
              <a:rPr lang="en-US" dirty="0">
                <a:solidFill>
                  <a:schemeClr val="bg2"/>
                </a:solidFill>
              </a:rPr>
              <a:t>professor 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075688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of resumes and certificates is slow, inconsistent, and easy to deceive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credentials and edited PDFs/images are increasingly common in hiring and admissions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and recruiters lack a fast, automated, evidence-based way to confirm authenticity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681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60020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8232" y="2075688"/>
            <a:ext cx="49560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4-module AI pipeline that reads, structurally understands, cross-verifies, and forensically checks each certificate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OCR, Document AI (LayoutLM), object detection (YOLOv8), fuzzy matching, and tamper analysis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clear verdict: VERIFIED or POSSIBLY TAMPERED, with supporting evidence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— FOUR MODULES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OCR-Based Text Extraction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55848" y="434340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75304" y="4562856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9" name="Text 17"/>
          <p:cNvSpPr/>
          <p:nvPr/>
        </p:nvSpPr>
        <p:spPr>
          <a:xfrm>
            <a:off x="3575304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38728" y="516636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Logo &amp; QR Intelligence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63056" y="434340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4562856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45936" y="516636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Cross-Verification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70264" y="434340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9720" y="456285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53144" y="516636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 &amp; Decision Engine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OCR-Based Text Extraction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read every text field printed on a certificate image — Certificate ID, Candidate Name, Course Name, Issuing Organization, and Issue/Expiry Dates — and convert it into structured, machine-readable data.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89888" y="30906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Image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input, 1100×780px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42616" y="357987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61488" y="292608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02736" y="30906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52928" y="35478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52928" y="3886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Denoise, deskew, binarize (OpenCV)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55464" y="357987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4336" y="292608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15584" y="30906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81558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65776" y="35478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Engine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65776" y="3886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detection + recognition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68312" y="357987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7184" y="292608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28432" y="30906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78624" y="35478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78624" y="3886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→ labeled key fields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357987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400032" y="292608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41280" y="30906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91472" y="354787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91472" y="3886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Module 2 &amp; 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" y="49103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8920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Extracted per Certificate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04672" y="5367528"/>
            <a:ext cx="10369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  •  Candidate Name  •  Course Name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  •  Issue Date  •  Expiry Date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OCR-BASED TEXT EXTRACTION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Example — Certificate Image &amp; OCR Fields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/home/claude/work/assets/ocr_bbox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81912"/>
            <a:ext cx="5065776" cy="3593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5349240"/>
            <a:ext cx="1775765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349240"/>
            <a:ext cx="1775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text regions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images/CERT-KHMY4SJ6.png  —  red boxes = OCR-detected field regions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68112" cy="4709160"/>
          </a:xfrm>
          <a:prstGeom prst="roundRect">
            <a:avLst>
              <a:gd name="adj" fmla="val 1748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annotations/CERT-KHMY4SJ6.json  →  ocr_fields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"Certificate ID"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15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"CERT-KHMY4SJ6"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46520" y="2560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"Candidate Name"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15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"Eric Carney"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46520" y="30175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 Name"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15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"Full Stack Web Development"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46520" y="34747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"Issuing Organization"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15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"NexTech Skill Academy"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46520" y="39319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"Issue Date"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15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"23 Oct 2025"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46520" y="43891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"Expiry Date"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15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"28 Feb 2028"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46520" y="49834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is stored with its (x, y) bounding box, in FUNSD / LayoutLM-style format — ready for both OCR training and downstream layout parsing.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OCR-BASED TEXT EXTRACTION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— multilingual detection + recognition engine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deskewing, denoising, contrast normalization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rule-based field classifier for label matching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normalized to the same schema as issuer_records.csv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60020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PaddleOCR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8232" y="2075688"/>
            <a:ext cx="4956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 on printed document text vs. general OCR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enough for real-time verification requests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per-word bounding boxes needed for tamper localization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extensible to handwritten resume text later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Extraction Output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24528"/>
          <a:ext cx="10881360" cy="1874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CERT-KHMY4SJ6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 Carney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NexTech Skill Academy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Oct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OCR-BASED TEXT EXTRACTION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Layout, Logo &amp; QR Intelligence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raw text: understand the certificate's structure, confirm the issuing institution's logo is genuine, and decode the embedded QR code that links to the issuer's verification portal.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Sub-Pipelines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5468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3D5A8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LayoutLMv3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Field-Value Understanding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spatial + textual relationships between labels and their values (key-value pairing)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33672" y="292608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62272" y="315468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3D5A80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62272" y="370332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462272" y="40233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62272" y="43434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classifies the issuer logo (5 classes) to confirm the institution is genuine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18704" y="2926080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47304" y="315468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3D5A80"/>
          </a:solidFill>
          <a:ln/>
        </p:spPr>
      </p:sp>
      <p:sp>
        <p:nvSpPr>
          <p:cNvPr id="23" name="Text 21"/>
          <p:cNvSpPr/>
          <p:nvPr/>
        </p:nvSpPr>
        <p:spPr>
          <a:xfrm>
            <a:off x="8147304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47304" y="370332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Decoder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147304" y="40233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Verification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47304" y="43434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embedded QR to fetch and cross-check the issuer's official verification URL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LAYOUT, LOGO &amp; QR INTELLIGENCE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Example — Logo &amp; QR Annotations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/home/claude/work/assets/logo_qr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81912"/>
            <a:ext cx="5065776" cy="3593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5349240"/>
            <a:ext cx="1400861" cy="29260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349240"/>
            <a:ext cx="1400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bbox (blue)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31720" y="53492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1" name="Text 8"/>
          <p:cNvSpPr/>
          <p:nvPr/>
        </p:nvSpPr>
        <p:spPr>
          <a:xfrm>
            <a:off x="2331720" y="5349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bbox (green)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images/CERT-KHMY4SJ6.png annotated with logo &amp; QR regions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Label Format  (yolo_logos/CERT-55NF4ZW9.txt)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0" y="1901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4 0.086364 0.115385 0.063636 0.089744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212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class_id   x_center   y_center   width   height   (normalized 0–1)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classes.txt  →  nextech_logo, globallearn_logo, brightpath_logo, summit_logo, vertex_logo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72200" y="3703320"/>
            <a:ext cx="5468112" cy="2423160"/>
          </a:xfrm>
          <a:prstGeom prst="roundRect">
            <a:avLst>
              <a:gd name="adj" fmla="val 3396"/>
            </a:avLst>
          </a:prstGeom>
          <a:solidFill>
            <a:srgbClr val="141A47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3858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annotations/*.json  →  "qr_code"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4206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"bbox"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[930, 580, 1040, 690],
</a:t>
            </a:r>
            <a:r>
              <a:rPr lang="en-US" sz="1100" dirty="0">
                <a:solidFill>
                  <a:srgbClr val="7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"decoded_url"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10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"https://verify.example-edu.org/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B7F0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certificate/CERT-KHMY4SJ6"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5486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decoded URL is pinged to confirm the issuer's portal recognizes the certificate ID.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LAYOUT, LOGO &amp; QR INTELLIGENCE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9584" cy="470916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0020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3017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annotations/*.ocr_fields (text + bbox pairs)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embeds text, layout position &amp; image patches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label-value linkage even when layout varies by issuer template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the key-value schema consumed by Module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417320"/>
            <a:ext cx="3529584" cy="470916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5696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3D5A8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60020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(Logo Detection)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075688"/>
            <a:ext cx="3017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yolo_logos/ using standard YOLO bbox format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detector: NexTech, GlobalLearn, BrightPath, Summit, Vertex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certificates whose logo class doesn't match the claimed issuing_organization field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real time (single forward pass per image)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17536" y="1417320"/>
            <a:ext cx="3922776" cy="47091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18704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600200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Verification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973568" y="2075688"/>
            <a:ext cx="341071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/ OpenCV QRCodeDetector decodes qr_code.bbox region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URL pattern: verify.example-edu.org/certificate/{id}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decoded certificate ID matches the OCR-extracted ID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undecodable QR is treated as a red-flag signal downstream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LAYOUT, LOGO &amp; QR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Issuer Cross-Verification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what the certificate claims actually exists in the issuing institution's official record — not just that the image looks legitimate.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89888" y="2953512"/>
            <a:ext cx="402336" cy="40233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Output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extracted_by_ocr_pipeline{}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42616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61488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02736" y="2953512"/>
            <a:ext cx="402336" cy="40233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52928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Lookup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52928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issuer_records.csv by Certificate 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55464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4336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15584" y="2953512"/>
            <a:ext cx="402336" cy="40233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Text 21"/>
          <p:cNvSpPr/>
          <p:nvPr/>
        </p:nvSpPr>
        <p:spPr>
          <a:xfrm>
            <a:off x="5815584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65776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Matching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65776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Field-by-field similarity scoring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68312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7184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28432" y="2953512"/>
            <a:ext cx="402336" cy="40233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78624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Decision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78624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flag per field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400032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41280" y="2953512"/>
            <a:ext cx="402336" cy="40233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91472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91472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Module 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" y="47731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F8B8D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7548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Fuzzy Matching (Not Exact Match)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04672" y="5230368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is imperfect — minor character noise ("Nex7ech" vs "NexTech") shouldn't fail a genuine certificate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token-level similarity absorbs small OCR errors while still catching real discrepancies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ISSUER CROSS-VERIFICATION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Example — Issuer Records vs. Extracted Data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issuer_records.csv  (official database Module 3 checks against)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881360" cy="1371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CERT-XAJI0Y6D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Allison Hill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 &amp; Algorithms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Summit Online University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CERT-BHSAHXTH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Stephanie Miller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Marketing Essentials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Professional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CERT-3A3ZMF8M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Johnson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Basics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NexTech Skill Academy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337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Cross-Match Example  —  CERT-B4GH2M5Z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0881360" cy="1371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OCR-Extracted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Henson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Henson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Systems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Systems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May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May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 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2578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49808" y="54589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F8B8D"/>
          </a:solidFill>
          <a:ln/>
        </p:spPr>
      </p:sp>
      <p:sp>
        <p:nvSpPr>
          <p:cNvPr id="12" name="Text 8"/>
          <p:cNvSpPr/>
          <p:nvPr/>
        </p:nvSpPr>
        <p:spPr>
          <a:xfrm>
            <a:off x="1188720" y="54406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04672" y="5916168"/>
            <a:ext cx="10369296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low-similarity field (like the Issue Date above, from the dataset's real tampered sample) is flagged and passed to Module 4 as tamper evidence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ISSUER CROSS-VERIFICATION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(Python) — token_sort_ratio / WRatio for string similarity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indexed lookup of issuer_records.csv by Certificate ID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configurable similarity threshold (e.g. ≥ 90% = pass)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fields parsed &amp; compared logically, not just as strings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F8B8D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60020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Logic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8232" y="2075688"/>
            <a:ext cx="4956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 must exist in issuer_records.csv — else instant reject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remaining field gets a 0–100 similarity score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field below threshold is logged with its score as evidence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aggregate verification_score is passed to the decision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 Snapshot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4370832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4370832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0" y="43159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4882896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7520" y="4882896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0" y="4828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340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17520" y="5394960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017520" y="5394960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0" y="53400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17520" y="5907024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017520" y="5907024"/>
            <a:ext cx="5583326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0" y="5852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ISSUER CROSS-VERIFICATION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 Detection &amp; Decision Engine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pixel-level image forgery (edited text, pasted regions) and fuse every module's evidence into one final, explainable verdict.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89888" y="2953512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Localization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prediction on image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42616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61488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02736" y="2953512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52928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Evidence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52928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field confidence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55464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4336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15584" y="2953512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5815584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65776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/ QR Evidence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65776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flags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68312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7184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28432" y="2953512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8028432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78624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Match Score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78624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similarity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3442716"/>
            <a:ext cx="109728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400032" y="2788920"/>
            <a:ext cx="208483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41280" y="2953512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91472" y="34107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91472" y="3749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POSSIBLY TAMPERED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" y="47731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7548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Basis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04672" y="5230368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genuine + 15 tampered certificates, each labeled with ground_truth_verdict in metadata.csv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fields are limited to the highest-value targets: Candidate Name, Certificate ID, Issue Date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TAMPER DETECTION &amp; DECISION ENGINE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Example — Tampered Certificate &amp; Mask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/home/claude/work/assets/tampered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72768"/>
            <a:ext cx="5065776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images/CERT-B4GH2M5Z.png  (Issue Date edited)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6811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0" name="Image 1" descr="/home/claude/work/assets/tampered_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572768"/>
            <a:ext cx="5138928" cy="2926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6792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tampered/CERT-B4GH2M5Z_mask.png  (ground-truth tamper mask)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  →  ground_truth_verdict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1208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Tampered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CERT-P89UZFK8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9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CERT-B4GH2M5Z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POSSIBLY TAMPERED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TAMPER DETECTION &amp; DECISION ENGINE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1148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Localization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DocTamper-style binary mask prediction (CNN / ELA-based) highlights edited pixel regions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against tampered/*_mask.png ground truth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tamper heatmap + is_tampered confidence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6184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60020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8232" y="2075688"/>
            <a:ext cx="4956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rule engine fuses: OCR confidence + logo/QR checks + issuer similarity + tamper score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 missing from issuer DB → auto-reject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field below similarity threshold OR tamper mask hit → POSSIBLY TAMPERED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 → VERIFIED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 Logic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9F1"/>
          </a:solidFill>
          <a:ln w="12700">
            <a:solidFill>
              <a:srgbClr val="0E9F6E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498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 found in issuer_records.csv, all fields match ≥ threshold, no tamper mask detected, logo &amp; QR confirmed.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315968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DECEE"/>
          </a:solidFill>
          <a:ln w="12700">
            <a:solidFill>
              <a:srgbClr val="E63946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4498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POSSIBLY TAMPERED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4937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fields fall below the similarity threshold, or the tamper-localization model flags an edited pixel region.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TAMPER DETECTION &amp; DECISION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58088" y="429768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7816" y="429768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OCR-Based Text Extraction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72688" y="429768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2416" y="429768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Layout, Logo &amp; QR Intelligence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87288" y="429768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7016" y="429768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Issuer Cross-Verification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701888" y="429768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11616" y="429768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Tamper Detection &amp; Decision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Resume &amp; Certificate Authenticity Verification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1758</Words>
  <Application>Microsoft Office PowerPoint</Application>
  <PresentationFormat>Widescreen</PresentationFormat>
  <Paragraphs>338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rithishkumardgrk2007@gmail.com</cp:lastModifiedBy>
  <cp:revision>2</cp:revision>
  <dcterms:created xsi:type="dcterms:W3CDTF">2026-08-02T16:47:40Z</dcterms:created>
  <dcterms:modified xsi:type="dcterms:W3CDTF">2026-08-02T17:03:58Z</dcterms:modified>
</cp:coreProperties>
</file>